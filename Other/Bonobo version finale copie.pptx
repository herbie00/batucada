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12" name="Titre de la pré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13" name="Texte niveau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ts et citrons vert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re de la pré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Titre de la présentation</a:t>
            </a:r>
          </a:p>
        </p:txBody>
      </p:sp>
      <p:sp>
        <p:nvSpPr>
          <p:cNvPr id="23" name="Auteur et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Auteur et date</a:t>
            </a:r>
          </a:p>
        </p:txBody>
      </p:sp>
      <p:sp>
        <p:nvSpPr>
          <p:cNvPr id="24" name="Texte niveau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la présentation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tre titr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l avec des beignets de saumon, de la salade et du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tre de diapositiv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Titre de diapositive</a:t>
            </a:r>
          </a:p>
        </p:txBody>
      </p:sp>
      <p:sp>
        <p:nvSpPr>
          <p:cNvPr id="34" name="Texte niveau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Sous-titre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43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44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61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l de pâtes pappardelle avec du beurre maître d’hôtel, des noisettes grillées et des lamelles de parmesan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6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7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7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g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82" name="Texte niveau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8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re de sectio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Titre de section</a:t>
            </a:r>
          </a:p>
        </p:txBody>
      </p:sp>
      <p:sp>
        <p:nvSpPr>
          <p:cNvPr id="92" name="Numéro de diapositive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Titre de diapositive</a:t>
            </a:r>
          </a:p>
        </p:txBody>
      </p:sp>
      <p:sp>
        <p:nvSpPr>
          <p:cNvPr id="100" name="Sous-titre de diapositiv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diapositive</a:t>
            </a:r>
          </a:p>
        </p:txBody>
      </p:sp>
      <p:sp>
        <p:nvSpPr>
          <p:cNvPr id="10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re de l’ordre du jour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Titre de l’ordre du jour</a:t>
            </a:r>
          </a:p>
        </p:txBody>
      </p:sp>
      <p:sp>
        <p:nvSpPr>
          <p:cNvPr id="109" name="Sous-titre de l’ordre du jour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Sous-titre de l’ordre du jour</a:t>
            </a:r>
          </a:p>
        </p:txBody>
      </p:sp>
      <p:sp>
        <p:nvSpPr>
          <p:cNvPr id="110" name="Texte niveau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Rubriques de l’ordre du jour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écl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 niveau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Déclaration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it impor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 niveau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Données clés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Données clés</a:t>
            </a:r>
          </a:p>
        </p:txBody>
      </p:sp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Texte niveau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 Citation notable 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l de salade avec du riz frit, des œufs durs et des baguette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l avec des beignets de saumon, de la salade et du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l de pâtes pappardelle avec du beurre maître d’hôtel, des noisettes grillées et des lamelles de parmesan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l de salade avec du riz frit, des œufs durs et des baguette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de diapositiv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Titre de diapositive</a:t>
            </a:r>
          </a:p>
        </p:txBody>
      </p:sp>
      <p:sp>
        <p:nvSpPr>
          <p:cNvPr id="3" name="Texte niveau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Texte de puce de diapositive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au"/>
          <p:cNvGraphicFramePr/>
          <p:nvPr/>
        </p:nvGraphicFramePr>
        <p:xfrm>
          <a:off x="724849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Appel"/>
          <p:cNvSpPr txBox="1"/>
          <p:nvPr/>
        </p:nvSpPr>
        <p:spPr>
          <a:xfrm>
            <a:off x="748917" y="1097281"/>
            <a:ext cx="17900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Appel</a:t>
            </a:r>
          </a:p>
        </p:txBody>
      </p:sp>
      <p:sp>
        <p:nvSpPr>
          <p:cNvPr id="173" name="Titre : Bonobo"/>
          <p:cNvSpPr txBox="1"/>
          <p:nvPr/>
        </p:nvSpPr>
        <p:spPr>
          <a:xfrm>
            <a:off x="19939736" y="109728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174" name="Tempo : 9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175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76" name="Premier Surdo - Deuxième Tamborim - Troisième Agogo"/>
          <p:cNvSpPr txBox="1"/>
          <p:nvPr/>
        </p:nvSpPr>
        <p:spPr>
          <a:xfrm>
            <a:off x="3663622" y="3337473"/>
            <a:ext cx="96137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Premier Surdo - Deuxième Tamborim - Troisième Agogo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Tableau"/>
          <p:cNvGraphicFramePr/>
          <p:nvPr/>
        </p:nvGraphicFramePr>
        <p:xfrm>
          <a:off x="724849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Fin de l’appel"/>
          <p:cNvSpPr txBox="1"/>
          <p:nvPr/>
        </p:nvSpPr>
        <p:spPr>
          <a:xfrm>
            <a:off x="748917" y="1097281"/>
            <a:ext cx="396811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Fin de l’appel</a:t>
            </a:r>
          </a:p>
        </p:txBody>
      </p:sp>
      <p:sp>
        <p:nvSpPr>
          <p:cNvPr id="180" name="Titre : Bonobo"/>
          <p:cNvSpPr txBox="1"/>
          <p:nvPr/>
        </p:nvSpPr>
        <p:spPr>
          <a:xfrm>
            <a:off x="19939736" y="109728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181" name="Tempo : 9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182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83" name="Crescendo"/>
          <p:cNvSpPr txBox="1"/>
          <p:nvPr/>
        </p:nvSpPr>
        <p:spPr>
          <a:xfrm>
            <a:off x="13966335" y="2804476"/>
            <a:ext cx="197015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Crescendo</a:t>
            </a:r>
          </a:p>
        </p:txBody>
      </p:sp>
      <p:sp>
        <p:nvSpPr>
          <p:cNvPr id="184" name="Ligne"/>
          <p:cNvSpPr/>
          <p:nvPr/>
        </p:nvSpPr>
        <p:spPr>
          <a:xfrm flipV="1">
            <a:off x="14071600" y="3025838"/>
            <a:ext cx="9315114" cy="52275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5" name="Ligne"/>
          <p:cNvSpPr/>
          <p:nvPr/>
        </p:nvSpPr>
        <p:spPr>
          <a:xfrm>
            <a:off x="14078821" y="3554941"/>
            <a:ext cx="9433902" cy="2759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Tableau"/>
          <p:cNvGraphicFramePr/>
          <p:nvPr/>
        </p:nvGraphicFramePr>
        <p:xfrm>
          <a:off x="724849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Rythme 1"/>
          <p:cNvSpPr txBox="1"/>
          <p:nvPr/>
        </p:nvSpPr>
        <p:spPr>
          <a:xfrm>
            <a:off x="748917" y="1097281"/>
            <a:ext cx="287020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Rythme 1</a:t>
            </a:r>
          </a:p>
        </p:txBody>
      </p:sp>
      <p:sp>
        <p:nvSpPr>
          <p:cNvPr id="189" name="Titre : Bonobo"/>
          <p:cNvSpPr txBox="1"/>
          <p:nvPr/>
        </p:nvSpPr>
        <p:spPr>
          <a:xfrm>
            <a:off x="19939736" y="109728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190" name="Tempo : 9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191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92" name="Premier Surdo - Deuxième Tamborim - Troisième Agogo"/>
          <p:cNvSpPr txBox="1"/>
          <p:nvPr/>
        </p:nvSpPr>
        <p:spPr>
          <a:xfrm>
            <a:off x="3663622" y="3337473"/>
            <a:ext cx="96137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Premier Surdo - Deuxième Tamborim - Troisième Agogo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Tableau"/>
          <p:cNvGraphicFramePr/>
          <p:nvPr/>
        </p:nvGraphicFramePr>
        <p:xfrm>
          <a:off x="724849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Rythme 2"/>
          <p:cNvSpPr txBox="1"/>
          <p:nvPr/>
        </p:nvSpPr>
        <p:spPr>
          <a:xfrm>
            <a:off x="748917" y="1097281"/>
            <a:ext cx="287020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Rythme 2</a:t>
            </a:r>
          </a:p>
        </p:txBody>
      </p:sp>
      <p:sp>
        <p:nvSpPr>
          <p:cNvPr id="196" name="Titre : Bonobo"/>
          <p:cNvSpPr txBox="1"/>
          <p:nvPr/>
        </p:nvSpPr>
        <p:spPr>
          <a:xfrm>
            <a:off x="19939736" y="109728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197" name="Tempo : 9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198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199" name="Premier Surdo - Deuxième Tamborim - Troisième Agogo"/>
          <p:cNvSpPr txBox="1"/>
          <p:nvPr/>
        </p:nvSpPr>
        <p:spPr>
          <a:xfrm>
            <a:off x="3663622" y="3337473"/>
            <a:ext cx="96137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Premier Surdo - Deuxième Tamborim - Troisième Agogo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Tableau"/>
          <p:cNvGraphicFramePr/>
          <p:nvPr/>
        </p:nvGraphicFramePr>
        <p:xfrm>
          <a:off x="724849" y="2120039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2" name="Variante Surdo sur 16 mesures"/>
          <p:cNvSpPr txBox="1"/>
          <p:nvPr/>
        </p:nvSpPr>
        <p:spPr>
          <a:xfrm>
            <a:off x="600541" y="1012303"/>
            <a:ext cx="899096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Variante Surdo sur 16 mesures</a:t>
            </a:r>
          </a:p>
        </p:txBody>
      </p:sp>
      <p:sp>
        <p:nvSpPr>
          <p:cNvPr id="203" name="Titre : Bonobo"/>
          <p:cNvSpPr txBox="1"/>
          <p:nvPr/>
        </p:nvSpPr>
        <p:spPr>
          <a:xfrm>
            <a:off x="19784122" y="16360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204" name="Tempo : 90"/>
          <p:cNvSpPr txBox="1"/>
          <p:nvPr/>
        </p:nvSpPr>
        <p:spPr>
          <a:xfrm>
            <a:off x="16504970" y="318475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205" name="La Furia della Saulx"/>
          <p:cNvSpPr txBox="1"/>
          <p:nvPr/>
        </p:nvSpPr>
        <p:spPr>
          <a:xfrm>
            <a:off x="10315584" y="163601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graphicFrame>
        <p:nvGraphicFramePr>
          <p:cNvPr id="206" name="Tableau"/>
          <p:cNvGraphicFramePr/>
          <p:nvPr/>
        </p:nvGraphicFramePr>
        <p:xfrm>
          <a:off x="724849" y="7978798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Tableau"/>
          <p:cNvGraphicFramePr/>
          <p:nvPr/>
        </p:nvGraphicFramePr>
        <p:xfrm>
          <a:off x="724849" y="4078947"/>
          <a:ext cx="21971001" cy="8255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718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48014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INSTRUMENT</a:t>
                      </a:r>
                    </a:p>
                  </a:txBody>
                  <a:tcPr marL="76200" marR="76200" marT="76200" marB="762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5B5A5A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lnB w="1016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Appito Repique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T w="101600">
                      <a:solidFill>
                        <a:srgbClr val="5B5A5A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T w="101600">
                      <a:solidFill>
                        <a:srgbClr val="000000"/>
                      </a:solidFill>
                      <a:miter lim="400000"/>
                    </a:lnT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Snare 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Aigue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Agogo Grave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 Rep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Tamb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 Surdo 1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Surdo 2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Grosse Caisse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X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Cloche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41798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Chocalo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solidFill>
                      <a:srgbClr val="D5D5D5"/>
                    </a:solidFill>
                  </a:tcPr>
                </a:tc>
              </a:tr>
              <a:tr h="4490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000"/>
                        <a:t>Phrase</a:t>
                      </a: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5B5A5A"/>
                      </a:solidFill>
                      <a:miter lim="400000"/>
                    </a:lnR>
                    <a:lnB w="101600">
                      <a:solidFill>
                        <a:srgbClr val="5B5A5A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5B5A5A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200"/>
                      </a:pPr>
                    </a:p>
                  </a:txBody>
                  <a:tcPr marL="50800" marR="50800" marT="50800" marB="50800" anchor="ctr" anchorCtr="0" horzOverflow="overflow">
                    <a:lnL w="101600">
                      <a:solidFill>
                        <a:srgbClr val="000000"/>
                      </a:solidFill>
                      <a:miter lim="400000"/>
                    </a:lnL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</a:p>
                  </a:txBody>
                  <a:tcPr marL="50800" marR="50800" marT="50800" marB="50800" anchor="ctr" anchorCtr="0" horzOverflow="overflow">
                    <a:lnR w="101600">
                      <a:solidFill>
                        <a:srgbClr val="000000"/>
                      </a:solidFill>
                      <a:miter lim="400000"/>
                    </a:lnR>
                    <a:lnB w="1016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Braek fin 1x surdos 2x Tutti"/>
          <p:cNvSpPr txBox="1"/>
          <p:nvPr/>
        </p:nvSpPr>
        <p:spPr>
          <a:xfrm>
            <a:off x="748917" y="1097281"/>
            <a:ext cx="795591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Braek fin 1x surdos 2x Tutti</a:t>
            </a:r>
          </a:p>
        </p:txBody>
      </p:sp>
      <p:sp>
        <p:nvSpPr>
          <p:cNvPr id="210" name="Titre : Bonobo"/>
          <p:cNvSpPr txBox="1"/>
          <p:nvPr/>
        </p:nvSpPr>
        <p:spPr>
          <a:xfrm>
            <a:off x="19939736" y="1097281"/>
            <a:ext cx="618536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Titre : Bonobo</a:t>
            </a:r>
          </a:p>
        </p:txBody>
      </p:sp>
      <p:sp>
        <p:nvSpPr>
          <p:cNvPr id="211" name="Tempo : 90"/>
          <p:cNvSpPr txBox="1"/>
          <p:nvPr/>
        </p:nvSpPr>
        <p:spPr>
          <a:xfrm>
            <a:off x="22029245" y="2128936"/>
            <a:ext cx="200634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5E5E5E"/>
                </a:solidFill>
              </a:defRPr>
            </a:lvl1pPr>
          </a:lstStyle>
          <a:p>
            <a:pPr/>
            <a:r>
              <a:t>Tempo : 90</a:t>
            </a:r>
          </a:p>
        </p:txBody>
      </p:sp>
      <p:sp>
        <p:nvSpPr>
          <p:cNvPr id="212" name="La Furia della Saulx"/>
          <p:cNvSpPr txBox="1"/>
          <p:nvPr/>
        </p:nvSpPr>
        <p:spPr>
          <a:xfrm>
            <a:off x="9407839" y="679255"/>
            <a:ext cx="59258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00" sz="5000"/>
            </a:lvl1pPr>
          </a:lstStyle>
          <a:p>
            <a:pPr/>
            <a:r>
              <a:t>La Furia della Saulx </a:t>
            </a:r>
          </a:p>
        </p:txBody>
      </p:sp>
      <p:sp>
        <p:nvSpPr>
          <p:cNvPr id="213" name="Premier Surdo - Deuxième Tamborim - Troisième Agogo"/>
          <p:cNvSpPr txBox="1"/>
          <p:nvPr/>
        </p:nvSpPr>
        <p:spPr>
          <a:xfrm>
            <a:off x="3663622" y="3337473"/>
            <a:ext cx="96137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Premier Surdo - Deuxième Tamborim - Troisième Agogo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