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eur et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Auteur et date</a:t>
            </a:r>
          </a:p>
        </p:txBody>
      </p:sp>
      <p:sp>
        <p:nvSpPr>
          <p:cNvPr id="12" name="Titre de la présentation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Titre de la présentation</a:t>
            </a:r>
          </a:p>
        </p:txBody>
      </p:sp>
      <p:sp>
        <p:nvSpPr>
          <p:cNvPr id="13" name="Texte niveau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Sous-titre de la présentation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 et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ts et citrons vert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Titre de la présentation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Titre de la présentation</a:t>
            </a:r>
          </a:p>
        </p:txBody>
      </p:sp>
      <p:sp>
        <p:nvSpPr>
          <p:cNvPr id="23" name="Auteur et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Auteur et date</a:t>
            </a:r>
          </a:p>
        </p:txBody>
      </p:sp>
      <p:sp>
        <p:nvSpPr>
          <p:cNvPr id="24" name="Texte niveau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Sous-titre de la présentation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utre titre et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l avec des beignets de saumon, de la salade et du houmo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Titre de diapositiv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Titre de diapositive</a:t>
            </a:r>
          </a:p>
        </p:txBody>
      </p:sp>
      <p:sp>
        <p:nvSpPr>
          <p:cNvPr id="34" name="Texte niveau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Sous-titre de diapositive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Numéro de diapositive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 et pu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re de diapositiv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Titre de diapositive</a:t>
            </a:r>
          </a:p>
        </p:txBody>
      </p:sp>
      <p:sp>
        <p:nvSpPr>
          <p:cNvPr id="43" name="Sous-titre de diapositiv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Sous-titre de diapositive</a:t>
            </a:r>
          </a:p>
        </p:txBody>
      </p:sp>
      <p:sp>
        <p:nvSpPr>
          <p:cNvPr id="44" name="Texte niveau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Texte de puce de diapositive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u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e niveau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Texte de puce de diapositive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, puces et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ous-titre de diapositiv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Sous-titre de diapositive</a:t>
            </a:r>
          </a:p>
        </p:txBody>
      </p:sp>
      <p:sp>
        <p:nvSpPr>
          <p:cNvPr id="61" name="Texte niveau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Texte de puce de diapositive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l de pâtes pappardelle avec du beurre maître d’hôtel, des noisettes grillées et des lamelles de parmesan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Titre de diapositiv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Titre de diapositive</a:t>
            </a:r>
          </a:p>
        </p:txBody>
      </p:sp>
      <p:sp>
        <p:nvSpPr>
          <p:cNvPr id="64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, puces, vidéo direct, pet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ous-titre de diapositiv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Sous-titre de diapositive</a:t>
            </a:r>
          </a:p>
        </p:txBody>
      </p:sp>
      <p:sp>
        <p:nvSpPr>
          <p:cNvPr id="72" name="Texte niveau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Texte de puce de diapositive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Titre de diapositiv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Titre de diapositive</a:t>
            </a:r>
          </a:p>
        </p:txBody>
      </p:sp>
      <p:sp>
        <p:nvSpPr>
          <p:cNvPr id="74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, puces, vidéo direct, gr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ous-titre de diapositiv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Sous-titre de diapositive</a:t>
            </a:r>
          </a:p>
        </p:txBody>
      </p:sp>
      <p:sp>
        <p:nvSpPr>
          <p:cNvPr id="82" name="Texte niveau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Texte de puce de diapositive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Titre de diapositiv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Titre de diapositive</a:t>
            </a:r>
          </a:p>
        </p:txBody>
      </p:sp>
      <p:sp>
        <p:nvSpPr>
          <p:cNvPr id="84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re de section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Titre de section</a:t>
            </a:r>
          </a:p>
        </p:txBody>
      </p:sp>
      <p:sp>
        <p:nvSpPr>
          <p:cNvPr id="92" name="Numéro de diapositive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 seul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itre de diapositiv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Titre de diapositive</a:t>
            </a:r>
          </a:p>
        </p:txBody>
      </p:sp>
      <p:sp>
        <p:nvSpPr>
          <p:cNvPr id="100" name="Sous-titre de diapositiv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Sous-titre de diapositive</a:t>
            </a:r>
          </a:p>
        </p:txBody>
      </p:sp>
      <p:sp>
        <p:nvSpPr>
          <p:cNvPr id="101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rdre du j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re de l’ordre du jour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Titre de l’ordre du jour</a:t>
            </a:r>
          </a:p>
        </p:txBody>
      </p:sp>
      <p:sp>
        <p:nvSpPr>
          <p:cNvPr id="109" name="Sous-titre de l’ordre du jour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Sous-titre de l’ordre du jour</a:t>
            </a:r>
          </a:p>
        </p:txBody>
      </p:sp>
      <p:sp>
        <p:nvSpPr>
          <p:cNvPr id="110" name="Texte niveau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Rubriques de l’ordre du jour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écla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e niveau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Déclaration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ait import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e niveau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100 %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Données clés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Données clés</a:t>
            </a:r>
          </a:p>
        </p:txBody>
      </p:sp>
      <p:sp>
        <p:nvSpPr>
          <p:cNvPr id="128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Texte niveau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« Citation notable »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3 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l de salade avec du riz frit, des œufs durs et des baguette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l avec des beignets de saumon, de la salade et du houmo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l de pâtes pappardelle avec du beurre maître d’hôtel, des noisettes grillées et des lamelles de parmesan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l de salade avec du riz frit, des œufs durs et des baguette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ie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de diapositiv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Titre de diapositive</a:t>
            </a:r>
          </a:p>
        </p:txBody>
      </p:sp>
      <p:sp>
        <p:nvSpPr>
          <p:cNvPr id="3" name="Texte niveau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Texte de puce de diapositive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Numéro de diapositive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1" name="Tableau"/>
          <p:cNvGraphicFramePr/>
          <p:nvPr/>
        </p:nvGraphicFramePr>
        <p:xfrm>
          <a:off x="806764" y="3862337"/>
          <a:ext cx="21971001" cy="8255001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29718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</a:tblGrid>
              <a:tr h="480141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INSTRUMENT</a:t>
                      </a:r>
                    </a:p>
                  </a:txBody>
                  <a:tcPr marL="76200" marR="76200" marT="76200" marB="762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2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3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4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5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6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7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8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44906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Appito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Snare 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 Agogo Aigue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 Agogo Grave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  Rep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Tamb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 Surdo 1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Surdo 2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Grosse Caisse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Cloche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Chocalo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4906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Phrase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de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bout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sur</a:t>
                      </a: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ma</a:t>
                      </a: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200"/>
                        <a:t>chaise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de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bout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sur</a:t>
                      </a: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ma</a:t>
                      </a: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200"/>
                        <a:t>chaise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2" name="Intro départ"/>
          <p:cNvSpPr txBox="1"/>
          <p:nvPr/>
        </p:nvSpPr>
        <p:spPr>
          <a:xfrm>
            <a:off x="748917" y="1097281"/>
            <a:ext cx="3524886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Intro départ</a:t>
            </a:r>
          </a:p>
        </p:txBody>
      </p:sp>
      <p:sp>
        <p:nvSpPr>
          <p:cNvPr id="173" name="Titre : Avienda Slow"/>
          <p:cNvSpPr txBox="1"/>
          <p:nvPr/>
        </p:nvSpPr>
        <p:spPr>
          <a:xfrm>
            <a:off x="18195326" y="1097281"/>
            <a:ext cx="5876104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Titre : Avienda Slow</a:t>
            </a:r>
          </a:p>
        </p:txBody>
      </p:sp>
      <p:sp>
        <p:nvSpPr>
          <p:cNvPr id="174" name="Tempo : 80"/>
          <p:cNvSpPr txBox="1"/>
          <p:nvPr/>
        </p:nvSpPr>
        <p:spPr>
          <a:xfrm>
            <a:off x="22029245" y="2128936"/>
            <a:ext cx="2006347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">
                <a:solidFill>
                  <a:srgbClr val="5E5E5E"/>
                </a:solidFill>
              </a:defRPr>
            </a:lvl1pPr>
          </a:lstStyle>
          <a:p>
            <a:pPr/>
            <a:r>
              <a:t>Tempo : 80</a:t>
            </a:r>
          </a:p>
        </p:txBody>
      </p:sp>
      <p:sp>
        <p:nvSpPr>
          <p:cNvPr id="175" name="La Furia della Saulx"/>
          <p:cNvSpPr txBox="1"/>
          <p:nvPr/>
        </p:nvSpPr>
        <p:spPr>
          <a:xfrm>
            <a:off x="9407839" y="679255"/>
            <a:ext cx="5925821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La Furia della Saulx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7" name="Tableau"/>
          <p:cNvGraphicFramePr/>
          <p:nvPr/>
        </p:nvGraphicFramePr>
        <p:xfrm>
          <a:off x="806764" y="3862337"/>
          <a:ext cx="21971001" cy="8255001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29718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</a:tblGrid>
              <a:tr h="480141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INSTRUMENT</a:t>
                      </a:r>
                    </a:p>
                  </a:txBody>
                  <a:tcPr marL="76200" marR="76200" marT="76200" marB="762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2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3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4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5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6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7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8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44906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Appito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Snare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Agogo Aigue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Agogo Grave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Rep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Tamb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Surdo 1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Surdo 2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Grosse Caisse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Cloche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Chocalo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4906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2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2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8" name="Partie 1"/>
          <p:cNvSpPr txBox="1"/>
          <p:nvPr/>
        </p:nvSpPr>
        <p:spPr>
          <a:xfrm>
            <a:off x="748917" y="1097281"/>
            <a:ext cx="2329181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Partie 1</a:t>
            </a:r>
          </a:p>
        </p:txBody>
      </p:sp>
      <p:sp>
        <p:nvSpPr>
          <p:cNvPr id="179" name="Titre : Avienda"/>
          <p:cNvSpPr txBox="1"/>
          <p:nvPr/>
        </p:nvSpPr>
        <p:spPr>
          <a:xfrm>
            <a:off x="19877799" y="1097281"/>
            <a:ext cx="5876104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Titre : Avienda</a:t>
            </a:r>
          </a:p>
        </p:txBody>
      </p:sp>
      <p:sp>
        <p:nvSpPr>
          <p:cNvPr id="180" name="Tempo : 80"/>
          <p:cNvSpPr txBox="1"/>
          <p:nvPr/>
        </p:nvSpPr>
        <p:spPr>
          <a:xfrm>
            <a:off x="22029245" y="2128936"/>
            <a:ext cx="2006347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">
                <a:solidFill>
                  <a:srgbClr val="5E5E5E"/>
                </a:solidFill>
              </a:defRPr>
            </a:lvl1pPr>
          </a:lstStyle>
          <a:p>
            <a:pPr/>
            <a:r>
              <a:t>Tempo : 80</a:t>
            </a:r>
          </a:p>
        </p:txBody>
      </p:sp>
      <p:sp>
        <p:nvSpPr>
          <p:cNvPr id="181" name="La Furia della Saulx"/>
          <p:cNvSpPr txBox="1"/>
          <p:nvPr/>
        </p:nvSpPr>
        <p:spPr>
          <a:xfrm>
            <a:off x="9407839" y="679255"/>
            <a:ext cx="5925821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La Furia della Saulx </a:t>
            </a:r>
          </a:p>
        </p:txBody>
      </p:sp>
      <p:sp>
        <p:nvSpPr>
          <p:cNvPr id="182" name="BREAK"/>
          <p:cNvSpPr txBox="1"/>
          <p:nvPr/>
        </p:nvSpPr>
        <p:spPr>
          <a:xfrm>
            <a:off x="11308978" y="1748791"/>
            <a:ext cx="2123543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BREAK</a:t>
            </a:r>
          </a:p>
        </p:txBody>
      </p:sp>
      <p:sp>
        <p:nvSpPr>
          <p:cNvPr id="183" name="Ligne"/>
          <p:cNvSpPr/>
          <p:nvPr/>
        </p:nvSpPr>
        <p:spPr>
          <a:xfrm>
            <a:off x="3802298" y="3553963"/>
            <a:ext cx="985578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84" name="3 Fois"/>
          <p:cNvSpPr txBox="1"/>
          <p:nvPr/>
        </p:nvSpPr>
        <p:spPr>
          <a:xfrm>
            <a:off x="7146859" y="2487957"/>
            <a:ext cx="176265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3 Fois</a:t>
            </a:r>
          </a:p>
        </p:txBody>
      </p:sp>
      <p:sp>
        <p:nvSpPr>
          <p:cNvPr id="185" name="Flèche"/>
          <p:cNvSpPr/>
          <p:nvPr/>
        </p:nvSpPr>
        <p:spPr>
          <a:xfrm>
            <a:off x="11841361" y="3279897"/>
            <a:ext cx="2123543" cy="548133"/>
          </a:xfrm>
          <a:prstGeom prst="rightArrow">
            <a:avLst>
              <a:gd name="adj1" fmla="val 32000"/>
              <a:gd name="adj2" fmla="val 148285"/>
            </a:avLst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86" name="Flèche"/>
          <p:cNvSpPr/>
          <p:nvPr/>
        </p:nvSpPr>
        <p:spPr>
          <a:xfrm>
            <a:off x="3588866" y="3279897"/>
            <a:ext cx="2123543" cy="548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268" y="14256"/>
                </a:moveTo>
                <a:lnTo>
                  <a:pt x="8268" y="21600"/>
                </a:lnTo>
                <a:lnTo>
                  <a:pt x="0" y="10800"/>
                </a:lnTo>
                <a:lnTo>
                  <a:pt x="8268" y="0"/>
                </a:lnTo>
                <a:lnTo>
                  <a:pt x="8268" y="7344"/>
                </a:lnTo>
                <a:lnTo>
                  <a:pt x="21600" y="7344"/>
                </a:lnTo>
                <a:lnTo>
                  <a:pt x="21600" y="14256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87" name="de-bout-sur—ma.chaise"/>
          <p:cNvSpPr txBox="1"/>
          <p:nvPr/>
        </p:nvSpPr>
        <p:spPr>
          <a:xfrm>
            <a:off x="3876701" y="9986391"/>
            <a:ext cx="6754064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de-bout-sur—ma.chaise</a:t>
            </a:r>
          </a:p>
        </p:txBody>
      </p:sp>
      <p:sp>
        <p:nvSpPr>
          <p:cNvPr id="188" name="de-bout-sur—mes deux jambes"/>
          <p:cNvSpPr txBox="1"/>
          <p:nvPr/>
        </p:nvSpPr>
        <p:spPr>
          <a:xfrm>
            <a:off x="14027444" y="9986391"/>
            <a:ext cx="895654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de-bout-sur—mes deux jambes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0" name="Tableau"/>
          <p:cNvGraphicFramePr/>
          <p:nvPr/>
        </p:nvGraphicFramePr>
        <p:xfrm>
          <a:off x="806764" y="3862337"/>
          <a:ext cx="21971001" cy="8255001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29718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</a:tblGrid>
              <a:tr h="480141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INSTRUMENT</a:t>
                      </a:r>
                    </a:p>
                  </a:txBody>
                  <a:tcPr marL="76200" marR="76200" marT="76200" marB="762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2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3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4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5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6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7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8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44906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Appito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Snare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Agogo Aigue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Agogo Grave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Rep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Tamb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Surdo 1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Surdo 2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Grosse Caisse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Cloche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Chocalo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4906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Phrase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de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bout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sur</a:t>
                      </a: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ma</a:t>
                      </a: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200"/>
                        <a:t>chaise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de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bout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sur</a:t>
                      </a: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ma</a:t>
                      </a: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200"/>
                        <a:t>chaise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1" name="Partie 1"/>
          <p:cNvSpPr txBox="1"/>
          <p:nvPr/>
        </p:nvSpPr>
        <p:spPr>
          <a:xfrm>
            <a:off x="748917" y="1097281"/>
            <a:ext cx="2329181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Partie 1</a:t>
            </a:r>
          </a:p>
        </p:txBody>
      </p:sp>
      <p:sp>
        <p:nvSpPr>
          <p:cNvPr id="192" name="Titre : Avienda Slow"/>
          <p:cNvSpPr txBox="1"/>
          <p:nvPr/>
        </p:nvSpPr>
        <p:spPr>
          <a:xfrm>
            <a:off x="18195326" y="1097281"/>
            <a:ext cx="5876104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Titre : Avienda Slow</a:t>
            </a:r>
          </a:p>
        </p:txBody>
      </p:sp>
      <p:sp>
        <p:nvSpPr>
          <p:cNvPr id="193" name="Tempo : 80"/>
          <p:cNvSpPr txBox="1"/>
          <p:nvPr/>
        </p:nvSpPr>
        <p:spPr>
          <a:xfrm>
            <a:off x="22029245" y="2128936"/>
            <a:ext cx="2006347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">
                <a:solidFill>
                  <a:srgbClr val="5E5E5E"/>
                </a:solidFill>
              </a:defRPr>
            </a:lvl1pPr>
          </a:lstStyle>
          <a:p>
            <a:pPr/>
            <a:r>
              <a:t>Tempo : 80</a:t>
            </a:r>
          </a:p>
        </p:txBody>
      </p:sp>
      <p:sp>
        <p:nvSpPr>
          <p:cNvPr id="194" name="La Furia della Saulx"/>
          <p:cNvSpPr txBox="1"/>
          <p:nvPr/>
        </p:nvSpPr>
        <p:spPr>
          <a:xfrm>
            <a:off x="9407839" y="679255"/>
            <a:ext cx="5925821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La Furia della Saulx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6" name="Tableau"/>
          <p:cNvGraphicFramePr/>
          <p:nvPr/>
        </p:nvGraphicFramePr>
        <p:xfrm>
          <a:off x="806764" y="3862337"/>
          <a:ext cx="21971001" cy="8255001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29718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</a:tblGrid>
              <a:tr h="480141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INSTRUMENT</a:t>
                      </a:r>
                    </a:p>
                  </a:txBody>
                  <a:tcPr marL="76200" marR="76200" marT="76200" marB="762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2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3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4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5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6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7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8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44906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Appito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Snare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Agogo Aigue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Agogo Grave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Rep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Tamb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Surdo 1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Surdo 2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Grosse Caisse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Cloche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Chocalo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4906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Phrase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2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2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7" name="Partie 2"/>
          <p:cNvSpPr txBox="1"/>
          <p:nvPr/>
        </p:nvSpPr>
        <p:spPr>
          <a:xfrm>
            <a:off x="748917" y="1097281"/>
            <a:ext cx="2329181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Partie 2</a:t>
            </a:r>
          </a:p>
        </p:txBody>
      </p:sp>
      <p:sp>
        <p:nvSpPr>
          <p:cNvPr id="198" name="Titre : Avienda Fast"/>
          <p:cNvSpPr txBox="1"/>
          <p:nvPr/>
        </p:nvSpPr>
        <p:spPr>
          <a:xfrm>
            <a:off x="18195326" y="1097281"/>
            <a:ext cx="5876104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Titre : Avienda Fast</a:t>
            </a:r>
          </a:p>
        </p:txBody>
      </p:sp>
      <p:sp>
        <p:nvSpPr>
          <p:cNvPr id="199" name="Tempo : 120"/>
          <p:cNvSpPr txBox="1"/>
          <p:nvPr/>
        </p:nvSpPr>
        <p:spPr>
          <a:xfrm>
            <a:off x="21923327" y="2128936"/>
            <a:ext cx="2218183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">
                <a:solidFill>
                  <a:srgbClr val="5E5E5E"/>
                </a:solidFill>
              </a:defRPr>
            </a:lvl1pPr>
          </a:lstStyle>
          <a:p>
            <a:pPr/>
            <a:r>
              <a:t>Tempo : 120</a:t>
            </a:r>
          </a:p>
        </p:txBody>
      </p:sp>
      <p:sp>
        <p:nvSpPr>
          <p:cNvPr id="200" name="La Furia della Saulx"/>
          <p:cNvSpPr txBox="1"/>
          <p:nvPr/>
        </p:nvSpPr>
        <p:spPr>
          <a:xfrm>
            <a:off x="9407839" y="679255"/>
            <a:ext cx="5925821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La Furia della Saulx </a:t>
            </a:r>
          </a:p>
        </p:txBody>
      </p:sp>
      <p:sp>
        <p:nvSpPr>
          <p:cNvPr id="201" name="Texte"/>
          <p:cNvSpPr txBox="1"/>
          <p:nvPr/>
        </p:nvSpPr>
        <p:spPr>
          <a:xfrm>
            <a:off x="3711016" y="3213809"/>
            <a:ext cx="926974" cy="5111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>
              <a:defRPr sz="27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3" name="Tableau"/>
          <p:cNvGraphicFramePr/>
          <p:nvPr/>
        </p:nvGraphicFramePr>
        <p:xfrm>
          <a:off x="1114823" y="4078947"/>
          <a:ext cx="21971001" cy="8255001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29718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</a:tblGrid>
              <a:tr h="480141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INSTRUMENT</a:t>
                      </a:r>
                    </a:p>
                  </a:txBody>
                  <a:tcPr marL="76200" marR="76200" marT="76200" marB="762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2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3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4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5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6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7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8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44906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Appito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Snare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Agogo Aigue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Agogo Grave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Rep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Tamb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Surdo 1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Surdo 2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Grosse Caisse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Cloche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Chocalo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4906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Phrase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2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2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4" name="Partie 2 variante Surdo"/>
          <p:cNvSpPr txBox="1"/>
          <p:nvPr/>
        </p:nvSpPr>
        <p:spPr>
          <a:xfrm>
            <a:off x="748917" y="1097281"/>
            <a:ext cx="6726556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Partie 2 variante Surdo</a:t>
            </a:r>
          </a:p>
        </p:txBody>
      </p:sp>
      <p:sp>
        <p:nvSpPr>
          <p:cNvPr id="205" name="Titre : Avienda Fast"/>
          <p:cNvSpPr txBox="1"/>
          <p:nvPr/>
        </p:nvSpPr>
        <p:spPr>
          <a:xfrm>
            <a:off x="18195326" y="1097281"/>
            <a:ext cx="5876104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Titre : Avienda Fast</a:t>
            </a:r>
          </a:p>
        </p:txBody>
      </p:sp>
      <p:sp>
        <p:nvSpPr>
          <p:cNvPr id="206" name="Tempo : 120"/>
          <p:cNvSpPr txBox="1"/>
          <p:nvPr/>
        </p:nvSpPr>
        <p:spPr>
          <a:xfrm>
            <a:off x="21923327" y="2128936"/>
            <a:ext cx="2218183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">
                <a:solidFill>
                  <a:srgbClr val="5E5E5E"/>
                </a:solidFill>
              </a:defRPr>
            </a:lvl1pPr>
          </a:lstStyle>
          <a:p>
            <a:pPr/>
            <a:r>
              <a:t>Tempo : 120</a:t>
            </a:r>
          </a:p>
        </p:txBody>
      </p:sp>
      <p:sp>
        <p:nvSpPr>
          <p:cNvPr id="207" name="La Furia della Saulx"/>
          <p:cNvSpPr txBox="1"/>
          <p:nvPr/>
        </p:nvSpPr>
        <p:spPr>
          <a:xfrm>
            <a:off x="9407839" y="679255"/>
            <a:ext cx="5925821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La Furia della Saulx </a:t>
            </a:r>
          </a:p>
        </p:txBody>
      </p:sp>
      <p:sp>
        <p:nvSpPr>
          <p:cNvPr id="208" name="Variante Tamb Doublé"/>
          <p:cNvSpPr txBox="1"/>
          <p:nvPr/>
        </p:nvSpPr>
        <p:spPr>
          <a:xfrm>
            <a:off x="9338141" y="2922962"/>
            <a:ext cx="607679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Variante Tamb Doublé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0" name="Tableau"/>
          <p:cNvGraphicFramePr/>
          <p:nvPr/>
        </p:nvGraphicFramePr>
        <p:xfrm>
          <a:off x="806764" y="3862337"/>
          <a:ext cx="21971001" cy="8255001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29718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</a:tblGrid>
              <a:tr h="480141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INSTRUMENT</a:t>
                      </a:r>
                    </a:p>
                  </a:txBody>
                  <a:tcPr marL="76200" marR="76200" marT="76200" marB="762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2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3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4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5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6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7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8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44906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Appito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Snare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Agogo Aigue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Agogo Grave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Rep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Tamb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Surdo 1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Surdo 2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Grosse Caisse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Cloche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Chocalo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4906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2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2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1" name="Partie 1"/>
          <p:cNvSpPr txBox="1"/>
          <p:nvPr/>
        </p:nvSpPr>
        <p:spPr>
          <a:xfrm>
            <a:off x="748917" y="1097281"/>
            <a:ext cx="2329181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Partie 1</a:t>
            </a:r>
          </a:p>
        </p:txBody>
      </p:sp>
      <p:sp>
        <p:nvSpPr>
          <p:cNvPr id="212" name="Titre : Avienda"/>
          <p:cNvSpPr txBox="1"/>
          <p:nvPr/>
        </p:nvSpPr>
        <p:spPr>
          <a:xfrm>
            <a:off x="19877799" y="1097281"/>
            <a:ext cx="5876104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Titre : Avienda</a:t>
            </a:r>
          </a:p>
        </p:txBody>
      </p:sp>
      <p:sp>
        <p:nvSpPr>
          <p:cNvPr id="213" name="Tempo : 80"/>
          <p:cNvSpPr txBox="1"/>
          <p:nvPr/>
        </p:nvSpPr>
        <p:spPr>
          <a:xfrm>
            <a:off x="22029245" y="2128936"/>
            <a:ext cx="2006347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">
                <a:solidFill>
                  <a:srgbClr val="5E5E5E"/>
                </a:solidFill>
              </a:defRPr>
            </a:lvl1pPr>
          </a:lstStyle>
          <a:p>
            <a:pPr/>
            <a:r>
              <a:t>Tempo : 80</a:t>
            </a:r>
          </a:p>
        </p:txBody>
      </p:sp>
      <p:sp>
        <p:nvSpPr>
          <p:cNvPr id="214" name="La Furia della Saulx"/>
          <p:cNvSpPr txBox="1"/>
          <p:nvPr/>
        </p:nvSpPr>
        <p:spPr>
          <a:xfrm>
            <a:off x="9407839" y="679255"/>
            <a:ext cx="5925821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La Furia della Saulx </a:t>
            </a:r>
          </a:p>
        </p:txBody>
      </p:sp>
      <p:sp>
        <p:nvSpPr>
          <p:cNvPr id="215" name="BREAK"/>
          <p:cNvSpPr txBox="1"/>
          <p:nvPr/>
        </p:nvSpPr>
        <p:spPr>
          <a:xfrm>
            <a:off x="11308978" y="1748791"/>
            <a:ext cx="2123543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BREAK</a:t>
            </a:r>
          </a:p>
        </p:txBody>
      </p:sp>
      <p:sp>
        <p:nvSpPr>
          <p:cNvPr id="216" name="Ligne"/>
          <p:cNvSpPr/>
          <p:nvPr/>
        </p:nvSpPr>
        <p:spPr>
          <a:xfrm>
            <a:off x="3802298" y="3553963"/>
            <a:ext cx="985578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17" name="3 Fois"/>
          <p:cNvSpPr txBox="1"/>
          <p:nvPr/>
        </p:nvSpPr>
        <p:spPr>
          <a:xfrm>
            <a:off x="7146859" y="2487957"/>
            <a:ext cx="176265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3 Fois</a:t>
            </a:r>
          </a:p>
        </p:txBody>
      </p:sp>
      <p:sp>
        <p:nvSpPr>
          <p:cNvPr id="218" name="Flèche"/>
          <p:cNvSpPr/>
          <p:nvPr/>
        </p:nvSpPr>
        <p:spPr>
          <a:xfrm>
            <a:off x="11841361" y="3279897"/>
            <a:ext cx="2123543" cy="548133"/>
          </a:xfrm>
          <a:prstGeom prst="rightArrow">
            <a:avLst>
              <a:gd name="adj1" fmla="val 32000"/>
              <a:gd name="adj2" fmla="val 148285"/>
            </a:avLst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9" name="Flèche"/>
          <p:cNvSpPr/>
          <p:nvPr/>
        </p:nvSpPr>
        <p:spPr>
          <a:xfrm>
            <a:off x="3588866" y="3279897"/>
            <a:ext cx="2123543" cy="548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268" y="14256"/>
                </a:moveTo>
                <a:lnTo>
                  <a:pt x="8268" y="21600"/>
                </a:lnTo>
                <a:lnTo>
                  <a:pt x="0" y="10800"/>
                </a:lnTo>
                <a:lnTo>
                  <a:pt x="8268" y="0"/>
                </a:lnTo>
                <a:lnTo>
                  <a:pt x="8268" y="7344"/>
                </a:lnTo>
                <a:lnTo>
                  <a:pt x="21600" y="7344"/>
                </a:lnTo>
                <a:lnTo>
                  <a:pt x="21600" y="14256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20" name="de-bout-sur—ma.chaise"/>
          <p:cNvSpPr txBox="1"/>
          <p:nvPr/>
        </p:nvSpPr>
        <p:spPr>
          <a:xfrm>
            <a:off x="3876701" y="9986391"/>
            <a:ext cx="6754064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de-bout-sur—ma.chaise</a:t>
            </a:r>
          </a:p>
        </p:txBody>
      </p:sp>
      <p:sp>
        <p:nvSpPr>
          <p:cNvPr id="221" name="de-bout-sur—mes deux jambes"/>
          <p:cNvSpPr txBox="1"/>
          <p:nvPr/>
        </p:nvSpPr>
        <p:spPr>
          <a:xfrm>
            <a:off x="14027444" y="9986391"/>
            <a:ext cx="895654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de-bout-sur—mes deux jambes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